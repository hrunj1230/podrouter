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여섯 단계의 지금 숫자를 먼저 보여 준다. 가격 상한과 60초 20회는 뒤 슬라이드에서 현재 값으로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.env 권한 600, git 제외. 값은 슬라이드에 적지 않는다. 웹은 기동 시 한 번만 읽고, CLI는 .env를 자동으로 읽지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맥에서 tailscale up을 실행하지 않는다. Auth key는 Reusable, Ephemeral, 태그 없음, tskey-auth-, 최대 90일.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켜기 페이지는 qwen38-27b 스펙을 유지한다. 일반 폼은 이름과 희망만 받고 AI가 모델과 GPU를 채운다. a40.yaml과 켜기 버튼은 대기 시간 숫자가 달라 해시가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가격이 $0.60을 넘어도 그 이유만으로 생성을 막지 않는다. 숫자가 없으면 그 GPU는 건너뛴다. 자리 재시도는 15초 × 240이며, 약 60분이다. 예전 60초 × 20회가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llama-server /health는 적재 중 503, 준비되면 200이다. Runpod 프록시와 Funnel은 업스트림이 없을 때 502일 수 있다. 켜기 버튼은 wait false라 헬스 실패로 Pod를 지우지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3시간 뒤 runpodctl remove는 시작 명령에만 있다. llama.cpp 이미지에 runpodctl이 없으면 실행되지 않는다. idle_timeout 30m은 파싱만 된다. 종료는 화면 끄기 또는 podrouter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llama.cpp 스펙에는 API 키가 없다. OpenAI SDK는 임의 문자열을 api_key에 넣는다. 생각 모델은 enable_thinking false. 보호 목록의 Pod, 맥 Tailscale, Cloudflare, Runpod Deploy 화면, 태그 키, 네트워크 볼륨은 건드리지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0" y="6583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155680" y="7132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80" kern="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SERVER SETUP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43000" y="1965960"/>
            <a:ext cx="10241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키를 넣고,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Pod를 한 번만 켭니다.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143000" y="461772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이름과 같은 설정이면 그 Pod를 그대로 씁니다. 없으면 A40 자리를 기다린 뒤 새로 만듭니다. 종료하면 Pod ID와 Runpod 주소는 사라집니다.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143000" y="6126480"/>
            <a:ext cx="2194560" cy="54864"/>
          </a:xfrm>
          <a:prstGeom prst="rect">
            <a:avLst/>
          </a:prstGeom>
          <a:solidFill>
            <a:srgbClr val="A86647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6446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화면   127.0.0.1:8765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켜기와 끄기   /lifecycle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932920" y="1965960"/>
            <a:ext cx="5212080" cy="690372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10" name="Text 7"/>
          <p:cNvSpPr/>
          <p:nvPr/>
        </p:nvSpPr>
        <p:spPr>
          <a:xfrm>
            <a:off x="12252960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35024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Pod면 재사용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252960" y="32918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35024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시간당 가격을 돌려줌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252960" y="4343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350240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15초마다, 최대 240번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252960" y="5394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35024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Runpod가 새 ID를 줌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2252960" y="6446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350240" y="6446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수신 후 /health 200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252960" y="74980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350240" y="7498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끄면 ID와 주소가 사라짐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51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서버를 켜려면 이 키가 필요합니다.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097280" y="1965960"/>
            <a:ext cx="5212080" cy="29260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60" kern="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6060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RUNPOD_API_KEY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3182112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 조회, 생성, 종료에 씁니다. AI가 GPU 목록을 볼 때도 이 키입니다. 없으면 켜기와 끄기가 거절됩니다.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37960" y="1965960"/>
            <a:ext cx="5212080" cy="29260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60" kern="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 주소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6060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TS_AUTHKEY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0" y="3182112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있으면 Pod 환경변수로 들어가고, Pod 안에서 Funnel이 켜집니다. 없으면 Runpod 프록시 주소만 나옵니다.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1978640" y="1965960"/>
            <a:ext cx="5212080" cy="29260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6" name="Text 13"/>
          <p:cNvSpPr/>
          <p:nvPr/>
        </p:nvSpPr>
        <p:spPr>
          <a:xfrm>
            <a:off x="1229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60" kern="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YAML 초안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298680" y="26060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XAI_API_KEY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298680" y="3182112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브라우저로 나가지 않습니다. 비어 있으면 AI로 YAML 만들기가 거절됩니다. 모델 다운로드에는 쓰이지 않습니다.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97280" y="5120640"/>
            <a:ext cx="16093440" cy="420624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20" name="Text 17"/>
          <p:cNvSpPr/>
          <p:nvPr/>
        </p:nvSpPr>
        <p:spPr>
          <a:xfrm>
            <a:off x="1463040" y="5349240"/>
            <a:ext cx="1536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넣는 곳과, 넣어도 Pod로 안 가는 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5852160"/>
            <a:ext cx="1536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서버는 기동할 때 .env를 한 번 읽습니다. 키를 넣거나 바꾼 뒤에는 그 프로세스를 다시 켭니다. CLI는 .env를 자동으로 읽지 않으므로, CLI로 켤 때는 같은 값이 셸에 있어야 합니다. 비밀값은 이 자료에 적지 않습니다.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63040" y="7086600"/>
            <a:ext cx="1536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HF_TOKEN  ·  가리기만 하고 Pod에 넣지 않음. 지금 가중치는 공개라 없어도 받습니다.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VLLM_API_KEY  ·  예전 vLLM용. 지금 llama.cpp 스펙은 읽지 않습니다.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CLOUDFLARE_API_TOKEN  ·  사용하지 않습니다. example.com DNS는 수정하지 않습니다.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51560"/>
            <a:ext cx="1554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맥에는 Tailscale을 설치하지 않습니다.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기기는 Pod가 스스로 등록합니다. 콘솔에서 아래만 유지합니다.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97280" y="2331720"/>
            <a:ext cx="9646920" cy="1060704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459736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 key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788920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Reusable, Ephemeral, 태그 없음. tskey-auth- 로 시작. 최대 90일. 태그를 나중에 붙이지 않습니다.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3502152"/>
            <a:ext cx="9646920" cy="1060704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3630168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Funnel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959352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테일넷에서는 이미 승인되어 있습니다. 새 테일넷이면 로그의 승인 주소를 소유 계정으로 한 번 엽니다.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97280" y="4672584"/>
            <a:ext cx="9646920" cy="1060704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4800600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MagicDNS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5129784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 둔 채로 둡니다. 끄면 Funnel 주소를 쓰지 못합니다.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97280" y="5843016"/>
            <a:ext cx="9646920" cy="1060704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5971032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HTTPS 인증서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6300216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 둔 채로 둡니다. 끄면 Funnel 주소를 쓰지 못합니다.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97280" y="7013448"/>
            <a:ext cx="9646920" cy="1060704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7141464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머신 이름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7470648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 이름과 같습니다. 관리 화면에서 이름을 바꾸면 호출 주소가 바뀝니다.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1018520" y="2331720"/>
            <a:ext cx="6172200" cy="585216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24" name="Text 21"/>
          <p:cNvSpPr/>
          <p:nvPr/>
        </p:nvSpPr>
        <p:spPr>
          <a:xfrm>
            <a:off x="113842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40" kern="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호출 주소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84280" y="3063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EF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qwen38-27b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EF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.&lt;tailnet&gt;.ts.net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1384280" y="4297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/v1     공개 포트 443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:8080 은 붙이지 않습니다.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384280" y="5257800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DNS는 최대 10분이 걸릴 수 있습니다. 직전 노드가 남아 있으면 새 Pod는 qwen38-27b-1 이 되고, 그 이름은 자동으로 되돌아가지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24128"/>
            <a:ext cx="1280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켜기 버튼이 만드는 서버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54680" y="17830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qwen38-27b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2386584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4963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클라우드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54680" y="24963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SECURE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7280" y="3099816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0954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154680" y="32095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NVIDIA A40, 1개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97280" y="3813048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54680" y="392277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ghcr.io/ggml-org/llama.cpp:server-cuda13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97280" y="4526280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6360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54680" y="46360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8080. Funnel 443이 이 포트로 옵니다.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97280" y="5239512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5349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디스크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154680" y="53492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 60GB. 네트워크 볼륨 없음.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97280" y="5952744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25" name="Text 22"/>
          <p:cNvSpPr/>
          <p:nvPr/>
        </p:nvSpPr>
        <p:spPr>
          <a:xfrm>
            <a:off x="1097280" y="60624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수명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154680" y="606247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TTL 3h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97280" y="6665976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" y="6775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자리 확인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154680" y="677570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15초 간격, 최대 240번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097280" y="7379208"/>
            <a:ext cx="8686800" cy="9144"/>
          </a:xfrm>
          <a:prstGeom prst="rect">
            <a:avLst/>
          </a:prstGeom>
          <a:solidFill>
            <a:srgbClr val="E4D9C8"/>
          </a:solidFill>
          <a:ln/>
        </p:spPr>
      </p:sp>
      <p:sp>
        <p:nvSpPr>
          <p:cNvPr id="31" name="Text 28"/>
          <p:cNvSpPr/>
          <p:nvPr/>
        </p:nvSpPr>
        <p:spPr>
          <a:xfrm>
            <a:off x="1097280" y="74889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헬스 대기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154680" y="748893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켜기 버튼은 기다리지 않음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0195560" y="1783080"/>
            <a:ext cx="6995160" cy="324612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4" name="Text 31"/>
          <p:cNvSpPr/>
          <p:nvPr/>
        </p:nvSpPr>
        <p:spPr>
          <a:xfrm>
            <a:off x="10469880" y="1965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 인자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469880" y="23317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-hf bartowski/orcarouter_Qwen3.8-27B-Uncensored-GGUF:Q4_K_M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--host 0.0.0.0 --port 8080 -c 196608 -ngl 99 --jinja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469880" y="3200400"/>
            <a:ext cx="6446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Q4_K_M 가중치입니다. 문맥 길이는 192×1024입니다. HF_TOKEN은 이 인자에 들어가지 않습니다.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195560" y="5212080"/>
            <a:ext cx="6995160" cy="233172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38" name="Text 35"/>
          <p:cNvSpPr/>
          <p:nvPr/>
        </p:nvSpPr>
        <p:spPr>
          <a:xfrm>
            <a:off x="10469880" y="5440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화면은 다릅니다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469880" y="589788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이름과 한 줄 희망만 넣고, 모델과 GPU는 AI가 채웁니다. 이미지 기본값은 같은 llama.cpp 서버입니다. 켜기 페이지의 이 스펙은 그대로 둡니다.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97280" y="8366760"/>
            <a:ext cx="1591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이미지, 인자, GPU, 디스크, 포트를 바꾸면 설정 해시가 바뀝니다. 이전 Pod가 RUNNING이면 켜기만 해도 청구 Pod가 하나 더 생깁니다. 스펙을 바꾼 뒤에는 끄기를 먼저 합니다. examples/a40.yaml과 켜기 버튼은 대기 시간이 달라 해시도 다릅니다.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STEPS  1 –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24128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있으면 그대로 쓰고, 없으면 가격과 자리를 봅니다.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97280" y="1874520"/>
            <a:ext cx="5212080" cy="745236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417320" y="2743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Pod면 재사용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17320" y="3703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이름과 설정 해시가 같고 상태가 RUNNING이면, 새로 만들지 않고 그 Pod를 씁니다.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5440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해시는 원본 설정의 sha256입니다. 이미지, 인자, GPU, 디스크, 포트를 바꾸면 해시가 바뀝니다.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7178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TS_AUTHKEY 문자열은 해시에 들어가지 않습니다. 키가 있으면 해시 뒤에 -funnel이 붙습니다.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37960" y="1874520"/>
            <a:ext cx="5212080" cy="745236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858000" y="2743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시간당 가격을 봅니다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858000" y="3703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없으면 A40의 시간당 GPU 가격을 조회합니다. 디스크 요금은 빠집니다.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5440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숫자가 있으면 그 값을 결과에 돌려주고 Pod를 만듭니다. 가격 숫자만으로 생성을 거르지 않습니다.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7178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카탈로그에 숫자가 없으면 그 GPU는 건너뜁니다. 예전 초안의 $0.60 상한은 생성 조건이 아닙니다.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978640" y="1874520"/>
            <a:ext cx="5212080" cy="745236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20" name="Text 17"/>
          <p:cNvSpPr/>
          <p:nvPr/>
        </p:nvSpPr>
        <p:spPr>
          <a:xfrm>
            <a:off x="1229868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2298680" y="2743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자리가 없으면 다시 봅니다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298680" y="3703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자리가 없으면 15초마다 다시 보고, 최대 240번까지 시도합니다.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98680" y="5440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계속 비면 약 60분 뒤에 멈춥니다. 그 시도 한도 안에서는 Pod가 만들어지지 않습니다.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298680" y="7178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번에 생성 작업은 하나입니다. 이 재시도와 헬스 대기는 함께 켜지지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STEPS  4 –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24128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자리가 생기면 새 Pod가 모델을 받습니다.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097280" y="1874520"/>
            <a:ext cx="7635240" cy="745236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463040" y="26974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Runpod가 Pod마다 새 ID를 줍니다.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46304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프록시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0" y="4023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https://&lt;pod-id&gt;-8080.proxy.runpod.net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63040" y="5212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ID가 바뀌면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0" y="5212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호스트도 바뀝니다. 호출 코드에 고정하지 않습니다.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6400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재사용이면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0" y="6400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ID와 같은 프록시 호스트가 유지됩니다.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63040" y="7589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 주소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0" y="7589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호출 코드에 남기는 이름은 Funnel 호스트명입니다.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961120" y="1874520"/>
            <a:ext cx="8229600" cy="745236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326880" y="26974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모델을 받고 llama-server를 켭니다.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326880" y="4023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받는 동안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750040" y="40233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가중치 약 18GB. 받기 시간이 부팅의 대부분입니다.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32688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/health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750040" y="52120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적재 중 503. 끝나면 200.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326880" y="6400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프록시 /health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750040" y="64008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업스트림이 없으면 502일 수 있습니다.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26880" y="7589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켜기 버튼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750040" y="75895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결과를 기다리지 않습니다. 502나 503만으로 Pod를 지우지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24128"/>
            <a:ext cx="1600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종료하면 Pod ID와 Runpod 주소가 사라집니다.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097280" y="1874520"/>
            <a:ext cx="5212080" cy="31546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끄기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417320" y="31089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화면의 끄기, 또는 podrouter down qwen38-27b. 이 도구가 만든 Pod만 종료합니다.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37960" y="1874520"/>
            <a:ext cx="5212080" cy="31546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 실패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58000" y="31089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CLI가 /health를 기다릴 때는 타임아웃, 예외, Ctrl+C가 그 Pod를 종료합니다. 켜기 버튼은 이 대기를 끄고 있습니다.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978640" y="1874520"/>
            <a:ext cx="5212080" cy="315468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16" name="Text 13"/>
          <p:cNvSpPr/>
          <p:nvPr/>
        </p:nvSpPr>
        <p:spPr>
          <a:xfrm>
            <a:off x="122986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29868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3시간 TTL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2298680" y="31089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DC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명령에 3시간 뒤 runpodctl remove를 넣습니다. 이 이미지에는 runpodctl이 없어 그 줄은 실행되지 않습니다.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97280" y="5257800"/>
            <a:ext cx="16093440" cy="40690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20" name="Text 17"/>
          <p:cNvSpPr/>
          <p:nvPr/>
        </p:nvSpPr>
        <p:spPr>
          <a:xfrm>
            <a:off x="14173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사라진 뒤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6080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 ID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657600" y="608076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종료된 Pod는 다시 쓰이지 않습니다. 다음에 켜면 Runpod가 새 ID를 줍니다.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281160" y="6080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Runpod 주소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521440" y="608076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프록시 호스트는 그 ID에 붙어 있으므로 함께 사라집니다.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17320" y="7543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Funnel 노드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657600" y="754380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Ephemeral이라 Pod가 사라진 뒤 Tailscale이 지웁니다. 노드가 남아 있으면 다음 이름은 qwen38-27b-1이 될 수 있습니다.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281160" y="7543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idle 30m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521440" y="754380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lifecycle.idle_timeout은 파일에 있어도 동작에는 쓰이지 않습니다. 시간을 넘기면 사람이 끕니다.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4206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240" kern="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179040" y="9802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D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/  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024128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호출은 Funnel 주소로 고정합니다.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097280" y="1828800"/>
            <a:ext cx="9784080" cy="749808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고정할 주소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5146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https://qwen38-27b.&lt;tailnet&gt;.ts.net/v1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246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키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40480" y="32461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스펙에는 없습니다. OpenAI SDK를 쓰면 api_key에 not-used 같은 임의 문자열을 넣습니다. 서버는 그 값을 검사하지 않습니다.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4663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짧은 답이 빌 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40480" y="466344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토큰이 생각 문장으로 들어간 경우입니다. 요청에 enable_thinking false를 넣으면 본문이 content로 옵니다.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63040" y="6080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 확인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40480" y="6080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/health. 모델 목록은 GET /v1/models. DNS가 아직 없을 때만 프록시를 쓰고, 그 호스트는 코드에 남기지 않습니다.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7498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66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화면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40480" y="74980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http://127.0.0.1:8765 와 /lifecycle. 루프백만 엽니다. 8765가 이미 떠 있으면 두 번째 서버를 켜지 않습니다.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109960" y="1828800"/>
            <a:ext cx="6080760" cy="7498080"/>
          </a:xfrm>
          <a:prstGeom prst="rect">
            <a:avLst/>
          </a:prstGeom>
          <a:solidFill>
            <a:srgbClr val="2C3A2E"/>
          </a:solidFill>
          <a:ln/>
        </p:spPr>
      </p:sp>
      <p:sp>
        <p:nvSpPr>
          <p:cNvPr id="19" name="Text 16"/>
          <p:cNvSpPr/>
          <p:nvPr/>
        </p:nvSpPr>
        <p:spPr>
          <a:xfrm>
            <a:off x="11475720" y="2103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8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건드리지 않습니다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47572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20724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 목록(PODROUTER_PROTECTED_PODS)의 Pod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7572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0724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맥의 Tailscale 로그인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75720" y="4389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207240" y="4389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Cloudflare와 example.com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475720" y="5166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207240" y="5166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Runpod 화면의 Deploy Pod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475720" y="5943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207240" y="5943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태그가 있는 Tailscale 키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475720" y="6720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207240" y="6720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네트워크 볼륨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1475720" y="7498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7B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207240" y="7498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멈춰 둔 자리 알림 폴러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podrouter 서버 세팅과 Pod 수명</dc:title>
  <dc:subject>키, Tailscale, 켜기부터 종료까지</dc:subject>
  <dc:creator>podrouter</dc:creator>
  <cp:lastModifiedBy>podrouter</cp:lastModifiedBy>
  <cp:revision>1</cp:revision>
  <dcterms:created xsi:type="dcterms:W3CDTF">2026-10-23T06:11:53Z</dcterms:created>
  <dcterms:modified xsi:type="dcterms:W3CDTF">2026-10-23T06:11:53Z</dcterms:modified>
</cp:coreProperties>
</file>