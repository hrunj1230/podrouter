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동작 설명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로컬에서 Runpod Pod를 띄우는 도구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097280"/>
            <a:ext cx="11155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 하나에서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 하나, 주소 하나.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YAML을 읽어서 Pod를 만듭니다. 뜨면 프록시 주소를 돌려주고, 그 시도가 실패하면 방금 만든 Pod만 지웁니다.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3520440" cy="12344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4736592"/>
            <a:ext cx="256032" cy="256032"/>
          </a:xfrm>
          <a:prstGeom prst="ellipse">
            <a:avLst/>
          </a:prstGeom>
          <a:solidFill>
            <a:srgbClr val="2E6B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 있으면 재사용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6240" y="4297680"/>
            <a:ext cx="3520440" cy="12344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4736592"/>
            <a:ext cx="256032" cy="256032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성공하면 남김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09560" y="4297680"/>
            <a:ext cx="3520440" cy="12344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4736592"/>
            <a:ext cx="256032" cy="256032"/>
          </a:xfrm>
          <a:prstGeom prst="ellipse">
            <a:avLst/>
          </a:prstGeom>
          <a:solidFill>
            <a:srgbClr val="B3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8476488" y="4617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실패하면 그 Pod만 종료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경로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2179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키는 브라우저로 나가지 않습니다.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페이지는 로컬 서버만 부르고, 서버가 .env의 키로 Runpod GraphQL을 호출합니다.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2761488" cy="288036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9809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브라우저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352958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127.0.0.1 전용 페이지.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재고 표, 띄우기 폼,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도구가 만든 Pod 목록.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10712" y="2331720"/>
            <a:ext cx="2761488" cy="288036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29809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서버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93592" y="352958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 web.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주소면 거절.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생성은 한 번에 하나.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18504" y="2331720"/>
            <a:ext cx="2761488" cy="288036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01384" y="29809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01384" y="352958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임시 YAML을 쓰고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up 또는 down을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실행한 뒤 삭제.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26296" y="2331720"/>
            <a:ext cx="2761488" cy="288036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09176" y="29809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Runpod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09176" y="352958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api.runpod.io/graphql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Pod를 만듭니다.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화면의 세 동작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035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재고 표의 자리는 힌트입니다. 배정은 생성 요청이 결정합니다.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657600" cy="30632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48840"/>
            <a:ext cx="3657600" cy="64008"/>
          </a:xfrm>
          <a:prstGeom prst="rect">
            <a:avLst/>
          </a:prstGeom>
          <a:solidFill>
            <a:srgbClr val="1D4E89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31343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8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2587752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폴링만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" y="3520440"/>
            <a:ext cx="33284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15–300초, 기본 60초마다 GPU 가격과 재고를 다시 그립니다. 1달러 미만이었다가 자리가 생기면 배너. Pod는 만들지 않습니다.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43400" y="2148840"/>
            <a:ext cx="3657600" cy="30632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148840"/>
            <a:ext cx="3657600" cy="64008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231343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2587752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설정으로 띄우기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07992" y="3520440"/>
            <a:ext cx="33284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생성을 한 번 요청합니다. 헬스 체크를 켜면 /health가 200일 때까지 기다립니다. 자리가 없으면 그 요청은 거기서 끝입니다.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2148840"/>
            <a:ext cx="3657600" cy="3063240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48840"/>
            <a:ext cx="3657600" cy="64008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21" name="Text 19"/>
          <p:cNvSpPr/>
          <p:nvPr/>
        </p:nvSpPr>
        <p:spPr>
          <a:xfrm>
            <a:off x="8348472" y="231343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48472" y="2587752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재시도 후 폴링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48472" y="3520440"/>
            <a:ext cx="3328416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 뒤 최소 30초, 최대 20번. 헬스 대기는 꺼집니다. 표 갱신은 따로 계속되고, 폴링 멈춤은 생성 작업 취소입니다.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 작업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8521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작업은 메모리에만 있습니다. 서버를 끄면 표시는 사라지고, 이미 만든 Pod는 남습니다.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530352" cy="530352"/>
          </a:xfrm>
          <a:prstGeom prst="ellipse">
            <a:avLst/>
          </a:prstGeom>
          <a:solidFill>
            <a:srgbClr val="14110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88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7680" y="10972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키, 이름, 이미지, 가격은 0 초과 20 이하, TTL. 틀리면 400.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121408"/>
            <a:ext cx="530352" cy="530352"/>
          </a:xfrm>
          <a:prstGeom prst="ellipse">
            <a:avLst/>
          </a:prstGeom>
          <a:solidFill>
            <a:srgbClr val="14110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214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029968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잠금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97680" y="20299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생성이 이미 돌고 있으면 거절. 끝나면 잠금을 풉니다.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054096"/>
            <a:ext cx="530352" cy="530352"/>
          </a:xfrm>
          <a:prstGeom prst="ellipse">
            <a:avLst/>
          </a:prstGeom>
          <a:solidFill>
            <a:srgbClr val="14110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2962656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관문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7680" y="296265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카탈로그 가격이 상한을 넘으면 생성을 호출하지 않습니다.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3986784"/>
            <a:ext cx="530352" cy="530352"/>
          </a:xfrm>
          <a:prstGeom prst="ellipse">
            <a:avLst/>
          </a:prstGeom>
          <a:solidFill>
            <a:srgbClr val="14110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86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89534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실행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297680" y="3895344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YAML을 0600으로 쓰고 up을 돌린 뒤 파일을 지웁니다.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920" y="4919472"/>
            <a:ext cx="530352" cy="530352"/>
          </a:xfrm>
          <a:prstGeom prst="ellipse">
            <a:avLst/>
          </a:prstGeom>
          <a:solidFill>
            <a:srgbClr val="C46E0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919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828032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갈림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297680" y="482803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주소가 나오면 성공. 재시도가 켜져 있으면 쉬고 다음. 최대 20번, 취소 가능.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up 한 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ALLOCATE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852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후보를 위에서 아래로 한 번씩. id가 오면 아래 GPU는 보지 않습니다.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5623560" cy="2267712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70432"/>
            <a:ext cx="5623560" cy="64008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335024"/>
            <a:ext cx="5294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160934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비밀은 만들기 전에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" y="2130552"/>
            <a:ext cx="5294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${이름}만 환경 변수로 바꿉니다. 값이 비어 있으면 Pod를 만들지 않습니다. 해시는 치환 전 YAML이라, 같은 이름이라도 설정이 다르면 다른 Pod입니다.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170432"/>
            <a:ext cx="5623560" cy="2267712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170432"/>
            <a:ext cx="5623560" cy="64008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335024"/>
            <a:ext cx="5294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재사용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73952" y="160934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Pod가 살아 있으면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2130552"/>
            <a:ext cx="5294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PODROUTER_MANAGED=1, 종료 상태가 아님, 이름과 해시가 같으면 주소를 다시 찍고 새로 만들지 않습니다.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593592"/>
            <a:ext cx="5623560" cy="2267712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93592"/>
            <a:ext cx="5623560" cy="64008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758184"/>
            <a:ext cx="5294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" y="4032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가격, 재고, id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" y="4553712"/>
            <a:ext cx="5294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가격이 없거나 상한보다 크면 다음. 재고가 없거나 id가 없어도 다음. 화면 폼은 GPU를 하나만 넣습니다.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593592"/>
            <a:ext cx="5623560" cy="2267712"/>
          </a:xfrm>
          <a:prstGeom prst="rect">
            <a:avLst/>
          </a:prstGeom>
          <a:solidFill>
            <a:srgbClr val="EBE5D8"/>
          </a:solidFill>
          <a:ln w="12700">
            <a:solidFill>
              <a:srgbClr val="DD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593592"/>
            <a:ext cx="5623560" cy="64008"/>
          </a:xfrm>
          <a:prstGeom prst="rect">
            <a:avLst/>
          </a:prstGeom>
          <a:solidFill>
            <a:srgbClr val="C46E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3758184"/>
            <a:ext cx="5294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타이머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3952" y="4032504"/>
            <a:ext cx="5294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컨테이너 안의 TTL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73952" y="4553712"/>
            <a:ext cx="5294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sleep 뒤에 runpodctl remove pod. 로컬 프로세스는 이 타이머에 관여하지 않습니다. 이미지에 runpodctl이 없으면 시간 내 자동 종료가 실패할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성공과 실패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OUTCOME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0350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주소에는 경로를 붙이지 않습니다.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5486400" cy="3977640"/>
          </a:xfrm>
          <a:prstGeom prst="rect">
            <a:avLst/>
          </a:prstGeom>
          <a:solidFill>
            <a:srgbClr val="E7F2EA"/>
          </a:solidFill>
          <a:ln w="12700">
            <a:solidFill>
              <a:srgbClr val="E7F2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170432"/>
            <a:ext cx="5486400" cy="73152"/>
          </a:xfrm>
          <a:prstGeom prst="rect">
            <a:avLst/>
          </a:prstGeom>
          <a:solidFill>
            <a:srgbClr val="2E6B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B3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남김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대기를 끄면 id와 주소를 찍고 끝납니다. 대기를 켜면 상태가 RUNNING이 된 다음 /health가 200일 때까지 보고, 그다음 주소를 찍습니다. 성공한 Pod는 지우지 않습니다.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https://&lt;pod-id&gt;-&lt;port&gt;.proxy.runpod.net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170432"/>
            <a:ext cx="5486400" cy="3977640"/>
          </a:xfrm>
          <a:prstGeom prst="rect">
            <a:avLst/>
          </a:prstGeom>
          <a:solidFill>
            <a:srgbClr val="F8E8E6"/>
          </a:solidFill>
          <a:ln w="12700">
            <a:solidFill>
              <a:srgbClr val="F8E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1170432"/>
            <a:ext cx="5486400" cy="73152"/>
          </a:xfrm>
          <a:prstGeom prst="rect">
            <a:avLst/>
          </a:prstGeom>
          <a:solidFill>
            <a:srgbClr val="B3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id가 생긴 뒤의 실패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28232" y="23774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42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부팅 시간 초과, 헬스 시간 초과, API 예외, Ctrl+C. 로그 마지막 50줄을 찍고 그 Pod를 종료합니다. 비밀 값은 로그에서 지웁니다. id가 생기기 전에는 지울 Pod가 없습니다.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8232" y="4069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재시도 경로는 헬스 대기를 끄므로, 한번 뜨면 헬스 실패로 지우며 다시 만들지 않습니다.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끄기와 목록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8521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콘솔에서 직접 만든 Pod는 목록에 없고, 끄기에도 걸리지 않습니다.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4297680"/>
        </p:xfrm>
        <a:graphic>
          <a:graphicData uri="http://schemas.openxmlformats.org/drawingml/2006/table">
            <a:tbl>
              <a:tblPr/>
              <a:tblGrid>
                <a:gridCol w="2560320"/>
                <a:gridCol w="8595360"/>
              </a:tblGrid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EFE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명령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4EFE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하는 일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ls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관리 중이고 살아있는 Pod의 id, 이름, 상태, 시간당 가격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status 이름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상태, 시간당 가격, 설정 TTL, 남은 TTL. 남은 시간은 0과 TTL 사이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down 이름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그 이름의 관리 Pod만 종료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down --all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 도구가 만든 살아있는 Pod 전부 종료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화면의 끄기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down 이름과 같습니다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다시 호출하는 범위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6B6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LIMITS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58521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10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층이 따로 멈춥니다.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155680" cy="306324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  <a:gridCol w="4206240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층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다시 하는 조건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EFE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멈추는 조건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0D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SDK 한 호출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전송 오류와 일시 장애. 기본 5번, 0.5초에서 두 배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재고·용량 문구, 인증 오류, Ctrl+C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GPU 후보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가격·재고·id 없음이면 다음 후보 한 번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id를 받았거나, 후보가 끝났거나, 배정 시간 초과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5D8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10D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화면 재시도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주소 없이 끝나고 가격 초과가 아니면 30초 이상 휴식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42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성공, 가격 초과, 취소, 최대 20회</a:t>
                      </a:r>
                      <a:endParaRPr lang="en-US" sz="13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E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4389120"/>
            <a:ext cx="11155680" cy="1691640"/>
          </a:xfrm>
          <a:prstGeom prst="rect">
            <a:avLst/>
          </a:prstGeom>
          <a:solidFill>
            <a:srgbClr val="14110D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55371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계정 REST 한도  분당 180  ·  시간당 7,200  ·  하루 86,400.  넘으면 429.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4956048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D8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20번을 30초 간격으로 호출하는 양은 그 분당 한도보다 작습니다. 지금 도구가 쓰는 GraphQL의 숫자 한도는 공개되어 있지 않고, Runpod는 2026-10-27부터 GraphQL 제한을 시작한다고 적었습니다. 실패한 생성 횟수로 계정을 막는 규정은 찾지 못했습니다.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1274552" cy="0"/>
          </a:xfrm>
          <a:prstGeom prst="line">
            <a:avLst/>
          </a:prstGeom>
          <a:noFill/>
          <a:ln w="9525">
            <a:solidFill>
              <a:srgbClr val="A898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기억할 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62872" y="146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GPU-UP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73952"/>
            <a:ext cx="11274552" cy="0"/>
          </a:xfrm>
          <a:prstGeom prst="line">
            <a:avLst/>
          </a:prstGeom>
          <a:noFill/>
          <a:ln w="9525">
            <a:solidFill>
              <a:srgbClr val="A898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 /  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19672" y="652881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8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988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발표 뒤에 남는 네 문장.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12344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키는 로컬 서버에만 있습니다.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3317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재고 표는 힌트이고, 배정은 생성 요청입니다.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429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성공한 Pod는 남고, id 이후의 실패는 그 Pod만 지웁니다.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2920" y="4526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6E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526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EFE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도구가 만들지 않은 Pod는 끄지 않습니다.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podrouter 동작</dc:title>
  <dc:subject>설정 하나에서 Pod 하나, 주소 하나</dc:subject>
  <dc:creator>podrouter</dc:creator>
  <cp:lastModifiedBy>podrouter</cp:lastModifiedBy>
  <cp:revision>1</cp:revision>
  <dcterms:created xsi:type="dcterms:W3CDTF">2026-10-20T09:20:26Z</dcterms:created>
  <dcterms:modified xsi:type="dcterms:W3CDTF">2026-10-20T09:20:26Z</dcterms:modified>
</cp:coreProperties>
</file>